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ianyian/myAgentTea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ianyian/myAgentTea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0"/>
            <a:ext cx="12192000" cy="2651760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PetalPress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852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Webpage Builder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orchestration  ·  MCP integration  ·  Visible loop pattern</a:t>
            </a:r>
            <a:endParaRPr lang="en-US" sz="13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457200" y="4645152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github.com/ianyian/myAgentTeam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102352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 — copy and paste: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5376672"/>
            <a:ext cx="10332720" cy="502920"/>
          </a:xfrm>
          <a:prstGeom prst="roundRect">
            <a:avLst>
              <a:gd name="adj" fmla="val 14545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5449824"/>
            <a:ext cx="1011326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/build-page  A short page about BMW car, with variance of BMW car with history in the body and a thank-you footer.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03504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TypeScript · Claude Agent SDK · Model Context Protocol (MCP)  |  Claude Code (VS Code / CLI) or npm run start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12192000" cy="36576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6601968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PetalPress — Multi-Agent Webpage Builder  ·  github.com/ianyian/myAgentTeam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73152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The Generated Page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75488" y="66751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produced by running: /build-page  A short page about BMW car…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920240" y="1325880"/>
            <a:ext cx="8366760" cy="4983480"/>
          </a:xfrm>
          <a:prstGeom prst="rect">
            <a:avLst/>
          </a:prstGeom>
          <a:solidFill>
            <a:srgbClr val="C0D8F5"/>
          </a:solidFill>
          <a:ln w="12700">
            <a:solidFill>
              <a:srgbClr val="C0D8F5"/>
            </a:solidFill>
            <a:prstDash val="solid"/>
          </a:ln>
        </p:spPr>
      </p:sp>
      <p:pic>
        <p:nvPicPr>
          <p:cNvPr id="7" name="Image 0" descr="output/screenshot-index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261872"/>
            <a:ext cx="8366760" cy="4983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261872"/>
            <a:ext cx="1417320" cy="4983480"/>
          </a:xfrm>
          <a:prstGeom prst="roundRect">
            <a:avLst>
              <a:gd name="adj" fmla="val 6452"/>
            </a:avLst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1335024"/>
            <a:ext cx="126187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hero image
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4-language intro
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 ZH / MS / TA
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BMW section
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car images
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cards
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countries)
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
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flowers
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0" y="6565392"/>
            <a:ext cx="12192000" cy="36576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6601968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PetalPress — Multi-Agent Webpage Builder  ·  github.com/ianyian/myAgentTeam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73152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The Agent Run Report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75488" y="66751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output/report.html — generated by agent #8 (reporter) from the run log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920240" y="1325880"/>
            <a:ext cx="8366760" cy="4983480"/>
          </a:xfrm>
          <a:prstGeom prst="rect">
            <a:avLst/>
          </a:prstGeom>
          <a:solidFill>
            <a:srgbClr val="C0D8F5"/>
          </a:solidFill>
          <a:ln w="12700">
            <a:solidFill>
              <a:srgbClr val="C0D8F5"/>
            </a:solidFill>
            <a:prstDash val="solid"/>
          </a:ln>
        </p:spPr>
      </p:sp>
      <p:pic>
        <p:nvPicPr>
          <p:cNvPr id="7" name="Image 0" descr="output/screenshot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261872"/>
            <a:ext cx="8366760" cy="4983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261872"/>
            <a:ext cx="1417320" cy="4983480"/>
          </a:xfrm>
          <a:prstGeom prst="roundRect">
            <a:avLst>
              <a:gd name="adj" fmla="val 6452"/>
            </a:avLst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1335024"/>
            <a:ext cx="126187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agents run
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countries
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languages
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images fetched
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
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
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
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result
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blocks
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0" y="6565392"/>
            <a:ext cx="12192000" cy="36576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6601968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PetalPress — Multi-Agent Webpage Builder  ·  github.com/ianyian/myAgentTeam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73152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— Glossary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75488" y="66751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of the core terms used throughout this deck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11612880" cy="438912"/>
          </a:xfrm>
          <a:prstGeom prst="roundRect">
            <a:avLst>
              <a:gd name="adj" fmla="val 12500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0700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87168" y="1207008"/>
            <a:ext cx="9235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model instance given a focused system prompt, whitelisted tools, and a strict JSON output contract. Does exactly one job.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82496"/>
            <a:ext cx="11612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68249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87168" y="1682496"/>
            <a:ext cx="9235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agents orchestrated in sequence. Agents don't talk to each other — the orchestrator passes outputs between them.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57984"/>
            <a:ext cx="11612880" cy="438912"/>
          </a:xfrm>
          <a:prstGeom prst="roundRect">
            <a:avLst>
              <a:gd name="adj" fmla="val 12500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15798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87168" y="2157984"/>
            <a:ext cx="9235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coordinating program (/build-page or src/orchestrator.ts) that runs agents in order, routes outputs, and manages shared state.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633472"/>
            <a:ext cx="11612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6334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87168" y="2633472"/>
            <a:ext cx="9235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an open standard that wraps external APIs as structured tool servers. Agents call tools by name; never fetch() directly.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11612880" cy="438912"/>
          </a:xfrm>
          <a:prstGeom prst="roundRect">
            <a:avLst>
              <a:gd name="adj" fmla="val 12500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1089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487168" y="3108960"/>
            <a:ext cx="9235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Node.js program in mcp-servers/ that registers tools and handles calls. PetalPress has two: weather and images.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84448"/>
            <a:ext cx="11612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58444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487168" y="3584448"/>
            <a:ext cx="9235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text defining an agent's role, rules, and output format. Stored as the body of each .claude/agents/*.md file.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11612880" cy="438912"/>
          </a:xfrm>
          <a:prstGeom prst="roundRect">
            <a:avLst>
              <a:gd name="adj" fmla="val 12500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05993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Whitelist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487168" y="4059936"/>
            <a:ext cx="9235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of tools an agent may call (e.g. Read, Edit, mcp__weather__get_weather). Declared in YAML frontmatter. Least-privilege design.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535424"/>
            <a:ext cx="11612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53542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487168" y="4535424"/>
            <a:ext cx="9235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/build-page and /reset — defined in .claude/commands/. Trigger the full pipeline from the Claude Code chat interface.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5010912"/>
            <a:ext cx="11612880" cy="438912"/>
          </a:xfrm>
          <a:prstGeom prst="roundRect">
            <a:avLst>
              <a:gd name="adj" fmla="val 12500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501091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/ Iteration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487168" y="5010912"/>
            <a:ext cx="9235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5→6→7 run as a sub-pipeline repeated 5 times (once per country). Demonstrates chained-state orchestration.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5486400"/>
            <a:ext cx="11612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54864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487168" y="5486400"/>
            <a:ext cx="9235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RunLogEntry objects appended after each agent call. Agent #8 (reporter) turns this into output/report.html.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565392"/>
            <a:ext cx="12192000" cy="36576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6601968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PetalPress — Multi-Agent Webpage Builder  ·  github.com/ianyian/myAgentTeam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73152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— 8 Agents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75488" y="66751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· one job · focused prompt · strict JSON contract · least-privilege tool whitelist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589788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35024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35024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2344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content-checker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88920" y="1234440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intro/body/footer; up to 3 interactive Q&amp;A rounds if sections missing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801368"/>
            <a:ext cx="589788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901952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901952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1801368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180136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→ Chinese (ZH), Malay (MS), Tamil (TA) — structured JSON output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368296"/>
            <a:ext cx="589788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468880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468880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2368296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image-fetcher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88920" y="2368296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2–3 page images → output/images/  via images MCP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935224"/>
            <a:ext cx="589788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3035808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03580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2935224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html-generator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88920" y="2935224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output/index.html — themed layout, 4-language grid, empty country grid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502152"/>
            <a:ext cx="5897880" cy="493776"/>
          </a:xfrm>
          <a:prstGeom prst="roundRect">
            <a:avLst>
              <a:gd name="adj" fmla="val 12963"/>
            </a:avLst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602736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602736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3502152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weather-fetcher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88920" y="3502152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picks a fresh country, calls mcp__weather__get_weather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4069080"/>
            <a:ext cx="5897880" cy="493776"/>
          </a:xfrm>
          <a:prstGeom prst="roundRect">
            <a:avLst>
              <a:gd name="adj" fmla="val 12963"/>
            </a:avLst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4169664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169664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1248" y="406908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flower-fetcher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88920" y="4069080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finds national flower image, saves to output/country-images/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636008"/>
            <a:ext cx="5897880" cy="493776"/>
          </a:xfrm>
          <a:prstGeom prst="roundRect">
            <a:avLst>
              <a:gd name="adj" fmla="val 12963"/>
            </a:avLst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" y="4736592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736592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" y="4636008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page-injector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88920" y="463600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inserts &lt;article class="country-card"&gt; into output/index.html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5202936"/>
            <a:ext cx="589788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7472" y="5303520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5303520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41248" y="5202936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88920" y="5202936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run log → writes output/report.html (themed timeline)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55080" y="123444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definition (.md) — weather-fetcher: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355080" y="1536192"/>
            <a:ext cx="5623560" cy="3200400"/>
          </a:xfrm>
          <a:prstGeom prst="roundRect">
            <a:avLst>
              <a:gd name="adj" fmla="val 2286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64808" y="1609344"/>
            <a:ext cx="5404104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weather-fetcher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["mcp__weather__get_weather",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"mcp__weather__list_countries"]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the Weather Fetcher (agent 5).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Receive already_used_countries.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Pick ONE country not in that list.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Call mcp__weather__get_weather({country}).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exactly one JSON object: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"country": "Japan",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"capital": "Tokyo",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"temperature_c": 18.4,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"weather_description": "Overcast",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"wind_kmh": 12.0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55080" y="482803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definition (.md) — page-injector: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55080" y="5102352"/>
            <a:ext cx="5623560" cy="1444752"/>
          </a:xfrm>
          <a:prstGeom prst="roundRect">
            <a:avLst>
              <a:gd name="adj" fmla="val 5063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64808" y="5175504"/>
            <a:ext cx="5404104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page-injector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["Read", "Edit"]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a card BEFORE the marker: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country-grid: agents 5–7 inject here --&gt;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 class="country-card"&gt;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src="{{flower_path}}" class="country-flower"&gt;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&lt;h3&gt;{{country}}&lt;/h3&gt;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&lt;p&gt;{{temperature_c}}°C — {{weather_description}}&lt;/p&gt;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&lt;/article&gt;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6565392"/>
            <a:ext cx="12192000" cy="36576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6601968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PetalPress — Multi-Agent Webpage Builder  ·  github.com/ianyian/myAgentTeam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73152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75488" y="66751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flow: 4 pre-loop steps → LOOP ×5 (agents 5→6→7 per country) → report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46404" y="1261872"/>
            <a:ext cx="2286000" cy="621792"/>
          </a:xfrm>
          <a:prstGeom prst="roundRect">
            <a:avLst>
              <a:gd name="adj" fmla="val 14706"/>
            </a:avLst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7844" y="1380744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7844" y="1380744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40764" y="129844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content-checker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40764" y="1581912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Q&amp;A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8980" y="1536192"/>
            <a:ext cx="310896" cy="73152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6452" y="1261872"/>
            <a:ext cx="2286000" cy="621792"/>
          </a:xfrm>
          <a:prstGeom prst="roundRect">
            <a:avLst>
              <a:gd name="adj" fmla="val 14706"/>
            </a:avLst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7892" y="1380744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7892" y="1380744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10812" y="129844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10812" y="1581912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EN→ZH/MS/TA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39028" y="1536192"/>
            <a:ext cx="310896" cy="73152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86500" y="1261872"/>
            <a:ext cx="2286000" cy="621792"/>
          </a:xfrm>
          <a:prstGeom prst="roundRect">
            <a:avLst>
              <a:gd name="adj" fmla="val 14706"/>
            </a:avLst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7940" y="1380744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7940" y="1380744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80860" y="129844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image-fetcher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80860" y="1581912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images/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09076" y="1536192"/>
            <a:ext cx="310896" cy="73152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56548" y="1261872"/>
            <a:ext cx="2286000" cy="621792"/>
          </a:xfrm>
          <a:prstGeom prst="roundRect">
            <a:avLst>
              <a:gd name="adj" fmla="val 14706"/>
            </a:avLst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47988" y="1380744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47988" y="1380744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50908" y="129844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html-generator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550908" y="1581912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index.html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57900" y="1883664"/>
            <a:ext cx="73152" cy="36576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249424"/>
            <a:ext cx="11640312" cy="1536192"/>
          </a:xfrm>
          <a:prstGeom prst="roundRect">
            <a:avLst>
              <a:gd name="adj" fmla="val 5952"/>
            </a:avLst>
          </a:prstGeom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084832"/>
            <a:ext cx="6858000" cy="274320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 ×5  —  agents 5→6→7 run per iteration (one country each)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568196" y="2688336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59636" y="2852928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59636" y="285292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53412" y="274320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weather-fetcher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153412" y="3054096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47972" y="2980944"/>
            <a:ext cx="338328" cy="73152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22876" y="2688336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14316" y="2852928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4316" y="285292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8092" y="274320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flower-fetcher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308092" y="3054096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image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502652" y="2980944"/>
            <a:ext cx="338328" cy="73152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77556" y="2688336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68996" y="2852928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68996" y="285292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462772" y="274320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page-injector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462772" y="3054096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card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57900" y="3785616"/>
            <a:ext cx="73152" cy="36576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51476" y="4151376"/>
            <a:ext cx="2286000" cy="621792"/>
          </a:xfrm>
          <a:prstGeom prst="roundRect">
            <a:avLst>
              <a:gd name="adj" fmla="val 14706"/>
            </a:avLst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42916" y="4270248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42916" y="427024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545836" y="418795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545836" y="447141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report.html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6565392"/>
            <a:ext cx="12192000" cy="36576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6601968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PetalPress — Multi-Agent Webpage Builder  ·  github.com/ianyian/myAgentTeam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73152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— Showcase Feature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75488" y="66751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5→6→7 in strict order, 5 times — chained state, no batching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08176" y="123444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08176" y="1234440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42032" y="123444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234440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75888" y="123444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5888" y="1234440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9744" y="1234440"/>
            <a:ext cx="1078992" cy="329184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234440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645920"/>
            <a:ext cx="1078992" cy="621792"/>
          </a:xfrm>
          <a:prstGeom prst="roundRect">
            <a:avLst>
              <a:gd name="adj" fmla="val 10294"/>
            </a:avLst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645920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weather-fetcher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408176" y="1645920"/>
            <a:ext cx="1078992" cy="621792"/>
          </a:xfrm>
          <a:prstGeom prst="roundRect">
            <a:avLst>
              <a:gd name="adj" fmla="val 10294"/>
            </a:avLst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08176" y="1645920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weather-fetcher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42032" y="1645920"/>
            <a:ext cx="1078992" cy="621792"/>
          </a:xfrm>
          <a:prstGeom prst="roundRect">
            <a:avLst>
              <a:gd name="adj" fmla="val 10294"/>
            </a:avLst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1645920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weather-fetcher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75888" y="1645920"/>
            <a:ext cx="1078992" cy="621792"/>
          </a:xfrm>
          <a:prstGeom prst="roundRect">
            <a:avLst>
              <a:gd name="adj" fmla="val 10294"/>
            </a:avLst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5888" y="1645920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weather-fetcher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9744" y="1645920"/>
            <a:ext cx="1078992" cy="621792"/>
          </a:xfrm>
          <a:prstGeom prst="roundRect">
            <a:avLst>
              <a:gd name="adj" fmla="val 10294"/>
            </a:avLst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1645920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weather-fetcher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77240" y="2267712"/>
            <a:ext cx="73152" cy="146304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11096" y="2267712"/>
            <a:ext cx="73152" cy="146304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44952" y="2267712"/>
            <a:ext cx="73152" cy="146304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78808" y="2267712"/>
            <a:ext cx="73152" cy="146304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12664" y="2267712"/>
            <a:ext cx="73152" cy="146304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414016"/>
            <a:ext cx="1078992" cy="621792"/>
          </a:xfrm>
          <a:prstGeom prst="roundRect">
            <a:avLst>
              <a:gd name="adj" fmla="val 10294"/>
            </a:avLst>
          </a:prstGeom>
          <a:solidFill>
            <a:srgbClr val="C5DCF8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41401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flower-fetcher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408176" y="2414016"/>
            <a:ext cx="1078992" cy="621792"/>
          </a:xfrm>
          <a:prstGeom prst="roundRect">
            <a:avLst>
              <a:gd name="adj" fmla="val 10294"/>
            </a:avLst>
          </a:prstGeom>
          <a:solidFill>
            <a:srgbClr val="C5DCF8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08176" y="241401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flower-fetcher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42032" y="2414016"/>
            <a:ext cx="1078992" cy="621792"/>
          </a:xfrm>
          <a:prstGeom prst="roundRect">
            <a:avLst>
              <a:gd name="adj" fmla="val 10294"/>
            </a:avLst>
          </a:prstGeom>
          <a:solidFill>
            <a:srgbClr val="C5DCF8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241401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flower-fetcher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75888" y="2414016"/>
            <a:ext cx="1078992" cy="621792"/>
          </a:xfrm>
          <a:prstGeom prst="roundRect">
            <a:avLst>
              <a:gd name="adj" fmla="val 10294"/>
            </a:avLst>
          </a:prstGeom>
          <a:solidFill>
            <a:srgbClr val="C5DCF8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75888" y="241401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flower-fetcher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09744" y="2414016"/>
            <a:ext cx="1078992" cy="621792"/>
          </a:xfrm>
          <a:prstGeom prst="roundRect">
            <a:avLst>
              <a:gd name="adj" fmla="val 10294"/>
            </a:avLst>
          </a:prstGeom>
          <a:solidFill>
            <a:srgbClr val="C5DCF8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9744" y="241401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flower-fetcher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77240" y="3035808"/>
            <a:ext cx="73152" cy="146304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11096" y="3035808"/>
            <a:ext cx="73152" cy="146304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44952" y="3035808"/>
            <a:ext cx="73152" cy="146304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78808" y="3035808"/>
            <a:ext cx="73152" cy="146304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12664" y="3035808"/>
            <a:ext cx="73152" cy="146304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3182112"/>
            <a:ext cx="1078992" cy="621792"/>
          </a:xfrm>
          <a:prstGeom prst="roundRect">
            <a:avLst>
              <a:gd name="adj" fmla="val 10294"/>
            </a:avLst>
          </a:prstGeom>
          <a:solidFill>
            <a:srgbClr val="1565C0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182112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page-injector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408176" y="3182112"/>
            <a:ext cx="1078992" cy="621792"/>
          </a:xfrm>
          <a:prstGeom prst="roundRect">
            <a:avLst>
              <a:gd name="adj" fmla="val 10294"/>
            </a:avLst>
          </a:prstGeom>
          <a:solidFill>
            <a:srgbClr val="1565C0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08176" y="3182112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page-injector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542032" y="3182112"/>
            <a:ext cx="1078992" cy="621792"/>
          </a:xfrm>
          <a:prstGeom prst="roundRect">
            <a:avLst>
              <a:gd name="adj" fmla="val 10294"/>
            </a:avLst>
          </a:prstGeom>
          <a:solidFill>
            <a:srgbClr val="1565C0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42032" y="3182112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page-injector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675888" y="3182112"/>
            <a:ext cx="1078992" cy="621792"/>
          </a:xfrm>
          <a:prstGeom prst="roundRect">
            <a:avLst>
              <a:gd name="adj" fmla="val 10294"/>
            </a:avLst>
          </a:prstGeom>
          <a:solidFill>
            <a:srgbClr val="1565C0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75888" y="3182112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page-injector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09744" y="3182112"/>
            <a:ext cx="1078992" cy="621792"/>
          </a:xfrm>
          <a:prstGeom prst="roundRect">
            <a:avLst>
              <a:gd name="adj" fmla="val 10294"/>
            </a:avLst>
          </a:prstGeom>
          <a:solidFill>
            <a:srgbClr val="1565C0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9744" y="3182112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page-injector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92608" y="3858768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3767328"/>
            <a:ext cx="5605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tracks used countries between iterations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92608" y="4279392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4187952"/>
            <a:ext cx="5605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iteration's weather output feeds directly into flower &amp; injector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92608" y="4700016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608576"/>
            <a:ext cx="5605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batching — agents run strictly 5→6→7 per iteration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92608" y="512064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5029200"/>
            <a:ext cx="5605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state lives in orchestrator, not in any agent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355080" y="123444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loop (src/orchestrator.ts):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355080" y="1536192"/>
            <a:ext cx="5623560" cy="4800600"/>
          </a:xfrm>
          <a:prstGeom prst="roundRect">
            <a:avLst>
              <a:gd name="adj" fmla="val 1524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64808" y="1609344"/>
            <a:ext cx="5404104" cy="4654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usedCountries = [];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5; i++)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Agent 5: receives used list → picks fresh country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weather = await step(agents.weatherFetcher,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`Loop ${i}/5 — pick a fresh country`,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`already_used_countries = ${JSON.stringify(usedCountries)}`);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Orchestrator owns uniqueness — not the agent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usedCountries.push(weather.country);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Agent 6: receives country name from weather output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flower = await step(agents.flowerFetcher,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`Loop ${i}/5 — flower for ${weather.country}`,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`Country: ${weather.country}`);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Agent 7: injects card into output/index.html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step(agents.pageInjector, `Loop ${i}/5 — inject card`,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`Weather: ${JSON.stringify(weather)}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`Flower:  ${JSON.stringify(flower)}`);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0" y="6565392"/>
            <a:ext cx="12192000" cy="36576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" y="6601968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PetalPress — Multi-Agent Webpage Builder  ·  github.com/ianyian/myAgentTeam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73152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Execution Paths — One Source of Truth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75488" y="66751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.claude/agents/*.md drives both paths — one edit, zero duplication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97280" y="1261872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BBDE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261872"/>
            <a:ext cx="4251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.claude/agents/*.md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sub-agent definitions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52244" y="1920240"/>
            <a:ext cx="73152" cy="59436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1124" y="1920240"/>
            <a:ext cx="73152" cy="59436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8820" y="2478024"/>
            <a:ext cx="2468880" cy="73152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606040"/>
            <a:ext cx="2811780" cy="1280160"/>
          </a:xfrm>
          <a:prstGeom prst="roundRect">
            <a:avLst>
              <a:gd name="adj" fmla="val 7143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60904"/>
            <a:ext cx="26289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/build-page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3099816"/>
            <a:ext cx="26289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Task tool to delegate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step. Permissions via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.claude/settings.json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68980" y="2606040"/>
            <a:ext cx="2811780" cy="1280160"/>
          </a:xfrm>
          <a:prstGeom prst="roundRect">
            <a:avLst>
              <a:gd name="adj" fmla="val 7143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6140" y="2660904"/>
            <a:ext cx="26289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TS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start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06140" y="3099816"/>
            <a:ext cx="26289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permissionMode: bypassPermissions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same .md files via gray-matter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4041648"/>
            <a:ext cx="5897880" cy="621792"/>
          </a:xfrm>
          <a:prstGeom prst="roundRect">
            <a:avLst>
              <a:gd name="adj" fmla="val 11765"/>
            </a:avLst>
          </a:prstGeom>
          <a:solidFill>
            <a:srgbClr val="BBDE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041648"/>
            <a:ext cx="5715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edit to any .md file applies everywhere, both paths, immediately — no sync required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" y="489204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800600"/>
            <a:ext cx="5605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share: gray-matter frontmatter parsing, tool whitelists, system prompt bodies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2608" y="534924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257800"/>
            <a:ext cx="5605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path uses .claude/settings.json for MCP registration and bash permissions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2608" y="580644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715000"/>
            <a:ext cx="5605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path spawns MCP servers as stdio child processes via npx tsx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55080" y="126187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src/lib/agentLoader.ts — parsing agent .md files: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55080" y="1554480"/>
            <a:ext cx="5623560" cy="2743200"/>
          </a:xfrm>
          <a:prstGeom prst="roundRect">
            <a:avLst>
              <a:gd name="adj" fmla="val 2667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1627632"/>
            <a:ext cx="5404104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matter from "gray-matter";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loadAgent(name)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raw    = await readFile(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`.claude/agents/${name}.md`, "utf8");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parsed = matter(raw);   // splits frontmatter from body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        parsed.data.name ?? 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description:  parsed.data.description ?? "",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tools:        parsed.data.tools ?? [],   // whitelist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systemPrompt: parsed.content.trim(),     // = system prompt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55080" y="4407408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any agent .md file: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55080" y="4681728"/>
            <a:ext cx="5623560" cy="1874520"/>
          </a:xfrm>
          <a:prstGeom prst="roundRect">
            <a:avLst>
              <a:gd name="adj" fmla="val 3902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4808" y="4754880"/>
            <a:ext cx="5404104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                         ← YAML frontmatter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weather-fetcher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"…"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mcp__weather__get_weather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mcp__weather__list_countries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                         ← everything below = system prompt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the Weather Fetcher (agent 5).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a country, call the weather tool,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exactly one JSON object.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6565392"/>
            <a:ext cx="12192000" cy="36576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6601968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PetalPress — Multi-Agent Webpage Builder  ·  github.com/ianyian/myAgentTeam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73152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75488" y="66751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agents call tools by name, never fetch() directly. Swap a source = edit one file.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61872"/>
          <a:ext cx="58978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508760"/>
                <a:gridCol w="169164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get_weather(country)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list_countries()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Open-Meteo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(free, no API key)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weather-fetcher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search_image(query,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save_path)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Wikipedia 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(free, no API key)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image-fetcher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flower-fetcher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1261872"/>
            <a:ext cx="58978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289304"/>
            <a:ext cx="5715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           Tool(s)              Data Source           Agent(s)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2834640"/>
            <a:ext cx="5897880" cy="566928"/>
          </a:xfrm>
          <a:prstGeom prst="roundRect">
            <a:avLst>
              <a:gd name="adj" fmla="val 12903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28346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651760" y="283464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path — MCP config + bash whitelist: mkdir, rm, ls, open, mcp__weather, mcp__images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3493008"/>
            <a:ext cx="5897880" cy="566928"/>
          </a:xfrm>
          <a:prstGeom prst="roundRect">
            <a:avLst>
              <a:gd name="adj" fmla="val 12903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49300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src/lib/runAgent.ts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651760" y="349300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path — spawns each MCP as stdio child process: npx tsx mcp-servers/&lt;name&gt;/src/index.ts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92608" y="429768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4206240"/>
            <a:ext cx="5605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never know which API is behind a tool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2608" y="475488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663440"/>
            <a:ext cx="5605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Open-Meteo with any weather API — zero agent changes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92608" y="521208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5120640"/>
            <a:ext cx="5605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 is the contract; implementation is hidden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55080" y="126187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mcp-servers/weather/src/index.ts — tool declaration + handler: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355080" y="1554480"/>
            <a:ext cx="5623560" cy="4983480"/>
          </a:xfrm>
          <a:prstGeom prst="roundRect">
            <a:avLst>
              <a:gd name="adj" fmla="val 1468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64808" y="1627632"/>
            <a:ext cx="5404104" cy="4837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Declare tools this MCP server exposes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server.setRequestHandler(ListToolsRequestSchema, async () =&gt; 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tools: [{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"get_weather",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description: "Fetch current weather for a country capital.",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inputSchema: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type:"object",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properties:{ country:{type:"string"}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required:["country"]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Handle a tool call from any agent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server.setRequestHandler(CallToolRequestSchema, async (req)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geo  = await geocode(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req.params.arguments.country);  // Open-Meteo geocoding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fetchWeather(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geo.latitude, geo.longitude);   // Open-Meteo forecast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content: [{ type:"text", text: JSON.stringify(data) }]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Serve over stdio — agents connect via npx tsx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server.connect(new StdioServerTransport());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0" y="6565392"/>
            <a:ext cx="12192000" cy="36576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6601968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PetalPress — Multi-Agent Webpage Builder  ·  github.com/ianyian/myAgentTeam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73152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Four-Language Layout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75488" y="66751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rendered in EN / ZH / MS / TA side-by-side — agent #2 produces all four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1392174" cy="3154680"/>
          </a:xfrm>
          <a:prstGeom prst="roundRect">
            <a:avLst>
              <a:gd name="adj" fmla="val 6568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353312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353312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70078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975104"/>
            <a:ext cx="12641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" y="2231136"/>
            <a:ext cx="1264158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2276856"/>
            <a:ext cx="126415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"Welcome to our page…"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776222" y="1261872"/>
            <a:ext cx="1392174" cy="3154680"/>
          </a:xfrm>
          <a:prstGeom prst="roundRect">
            <a:avLst>
              <a:gd name="adj" fmla="val 6568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40230" y="1353312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40230" y="1353312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40230" y="170078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40230" y="1975104"/>
            <a:ext cx="12641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简体中文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40230" y="2231136"/>
            <a:ext cx="1264158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40230" y="2276856"/>
            <a:ext cx="126415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"欢迎来到我们的页面…"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78124" y="1261872"/>
            <a:ext cx="1392174" cy="3154680"/>
          </a:xfrm>
          <a:prstGeom prst="roundRect">
            <a:avLst>
              <a:gd name="adj" fmla="val 6568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42132" y="1353312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2132" y="1353312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42132" y="170078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42132" y="1975104"/>
            <a:ext cx="12641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42132" y="2231136"/>
            <a:ext cx="1264158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42132" y="2276856"/>
            <a:ext cx="126415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"Selamat datang ke…"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80026" y="1261872"/>
            <a:ext cx="1392174" cy="3154680"/>
          </a:xfrm>
          <a:prstGeom prst="roundRect">
            <a:avLst>
              <a:gd name="adj" fmla="val 6568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4034" y="1353312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4034" y="1353312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4034" y="170078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4034" y="1975104"/>
            <a:ext cx="12641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தமிழ்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4034" y="2231136"/>
            <a:ext cx="1264158" cy="18288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4034" y="2276856"/>
            <a:ext cx="126415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"வரவேற்கிறோம்…"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92608" y="466344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572000"/>
            <a:ext cx="5605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#2 (translator) takes EN content and returns a single JSON object with all 4 languages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92608" y="5138928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047488"/>
            <a:ext cx="5605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#4 (html-generator) renders each section in a 4-column grid with lang= attributes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92608" y="5614416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522976"/>
            <a:ext cx="5605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cards (agent #7) inherit the same layout for local weather descriptions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55080" y="126187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 output contract (.claude/agents/translator.md):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55080" y="1554480"/>
            <a:ext cx="5623560" cy="4983480"/>
          </a:xfrm>
          <a:prstGeom prst="roundRect">
            <a:avLst>
              <a:gd name="adj" fmla="val 1468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64808" y="1627632"/>
            <a:ext cx="5404104" cy="4837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Agent #2 returns this JSON — all 4 languages per section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"intro":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"en": "Welcome to our page about BMW…",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"zh": "欢迎来到有关宝马的页面…",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"ms": "Selamat datang ke halaman tentang BMW…",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"ta": "BMW பற்றிய பக்கத்திற்கு வரவேற்கிறோம்…"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"body":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"en": "BMW was founded in Munich…",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"zh": "宝马于慕尼黑创立…",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"ms": "BMW diasaskan di Munich…",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"ta": "BMW மியூனிக்கில் நிறுவப்பட்டது…"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"footer":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"en": "Thank you for visiting…",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"zh": "感谢您的访问…",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"ms": "Terima kasih kerana melawat…",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"ta": "வருகைக்கு நன்றி…"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html-generator renders each as: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&lt;div lang="en"&gt;…&lt;/div&gt;  &lt;div lang="zh"&gt;…&lt;/div&gt;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&lt;div lang="ms"&gt;…&lt;/div&gt;  &lt;div lang="ta"&gt;…&lt;/div&gt;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6565392"/>
            <a:ext cx="12192000" cy="36576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6601968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PetalPress — Multi-Agent Webpage Builder  ·  github.com/ianyian/myAgentTeam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73152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Report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75488" y="66751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#8 writes output/report.html — a themed timeline of every agent step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5897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RunLogEntry (src/lib/types.ts):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5897880" cy="2286000"/>
          </a:xfrm>
          <a:prstGeom prst="roundRect">
            <a:avLst>
              <a:gd name="adj" fmla="val 3200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09344"/>
            <a:ext cx="5678424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step:        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agent:       "content-checker",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started_at:  "2026-04-30T08:42:11Z",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finished_at: "2026-04-30T08:42:14Z",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duration_ms: 3120,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description: "Validate intro/body/footer",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"complete",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sections: { intro:"…", body:"…", footer:"…"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3931920"/>
            <a:ext cx="5897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invocation (after all 5 loop iterations):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4206240"/>
            <a:ext cx="5897880" cy="914400"/>
          </a:xfrm>
          <a:prstGeom prst="roundRect">
            <a:avLst>
              <a:gd name="adj" fmla="val 8000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4279392"/>
            <a:ext cx="567842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step(agents.reporter,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"Generate output/report.html from run log",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`run_log = ${JSON.stringify(runLog, null, 2)}`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5285232"/>
            <a:ext cx="164592" cy="1645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5248656"/>
            <a:ext cx="56418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agent steps total (4 pre-loop + 5×3 loop + 1 reporter)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" y="5513832"/>
            <a:ext cx="164592" cy="1645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5477256"/>
            <a:ext cx="56418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iterations grouped under "Iteration N" headings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5742432"/>
            <a:ext cx="164592" cy="1645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5705856"/>
            <a:ext cx="56418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result JSON in collapsible &lt;details&gt; blocks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" y="5971032"/>
            <a:ext cx="164592" cy="1645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5934456"/>
            <a:ext cx="56418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card: total agents run, countries, languages, images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" y="6199632"/>
            <a:ext cx="164592" cy="1645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6163056"/>
            <a:ext cx="56418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 — no external dependencies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126187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(src/lib/types.ts) — full interfaces: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55080" y="1554480"/>
            <a:ext cx="5623560" cy="4983480"/>
          </a:xfrm>
          <a:prstGeom prst="roundRect">
            <a:avLst>
              <a:gd name="adj" fmla="val 1468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1627632"/>
            <a:ext cx="5404104" cy="4837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AgentDefinition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        string;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description:  string;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tools:        string[];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systemPrompt: string;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RunLogEntry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step:         number;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agent:        string;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started_at:   string;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finished_at:  string;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duration_ms:  number;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description:  string;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result:       unknown;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step() helper — wraps runAgent + appends to runLog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step(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agent: AgentDefinition,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description: string,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userMsg: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Promise&lt;unknown&gt;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started_at = new Date().toISOString();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result = await runAgent(agent, userMsg);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runLog.push({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step: ++stepCount, agent: agent.name,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started_at, finished_at: new Date().toISOString(),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duration_ms: Date.now()-t0,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description, result,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6565392"/>
            <a:ext cx="12192000" cy="36576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6601968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PetalPress — Multi-Agent Webpage Builder  ·  github.com/ianyian/myAgentTeam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73152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75488" y="66751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output/ is gitignored — template repo stays clean across runs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11640312" cy="5166360"/>
          </a:xfrm>
          <a:prstGeom prst="roundRect">
            <a:avLst>
              <a:gd name="adj" fmla="val 1416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35024"/>
            <a:ext cx="11420856" cy="5020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myAgentTeam/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.claude/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agents/               ← 8 sub-agent .md files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content-checker.md    translator.md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image-fetcher.md      html-generator.md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weather-fetcher.md    flower-fetcher.md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page-injector.md      reporter.md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commands/             ← /build-page  ·  /reset  slash commands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settings.json         ← MCP registration + Claude Code permission whitelist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orchestrator.ts       ← standalone pipeline entry point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lib/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agentLoader.ts    ← gray-matter parser  →  AgentDefinition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runAgent.ts       ← Claude Agent SDK wrapper  (bypassPermissions)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prompt.ts         ← readline helper for interactive Q&amp;A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types.ts          ← AgentDefinition · RunLogEntry interfaces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mcp-servers/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weather/src/index.ts  ← Open-Meteo MCP  (get_weather, list_countries)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images/src/index.ts   ← Wikipedia MCP   (search_image)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scripts/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reset.ts              ← wipes output/ only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gen-ppt-v3.mjs        ← this PowerPoint generator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package.json              ← scripts: start · reset · mcp:weather · mcp:images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tsconfig.json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output/                   ← generated artifacts  (gitignored)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index.html            ←   the webpage (4 languages + 5 country cards)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report.html           ←   agent run timeline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images/               ←   page images  (agent 3 downloads)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country-images/       ←   national flower images  (agent 6 downloads)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CLAUDE.md  ·  myArchitecture.md  ·  README.md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92000" cy="36576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6601968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PetalPress — Multi-Agent Webpage Builder  ·  github.com/ianyian/myAgentTeam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73152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56032" y="1234440"/>
            <a:ext cx="5742432" cy="1207008"/>
          </a:xfrm>
          <a:prstGeom prst="roundRect">
            <a:avLst>
              <a:gd name="adj" fmla="val 7576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25880"/>
            <a:ext cx="402336" cy="4023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258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307592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are first-class.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691640"/>
            <a:ext cx="55595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one responsibility, has its own system prompt, and returns strict JSON. No agent has more tool access than its job needs.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2587752"/>
            <a:ext cx="5742432" cy="1207008"/>
          </a:xfrm>
          <a:prstGeom prst="roundRect">
            <a:avLst>
              <a:gd name="adj" fmla="val 7576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679192"/>
            <a:ext cx="402336" cy="4023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679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660904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isolates the external boundary.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" y="3044952"/>
            <a:ext cx="55595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data providers never requires editing agent definitions. Change one MCP server file — zero blast radius.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" y="3941064"/>
            <a:ext cx="5742432" cy="1207008"/>
          </a:xfrm>
          <a:prstGeom prst="roundRect">
            <a:avLst>
              <a:gd name="adj" fmla="val 7576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4032504"/>
            <a:ext cx="402336" cy="4023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0325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014216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demonstrates chained state.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" y="4398264"/>
            <a:ext cx="55595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iteration's output feeds the next agent. Generalises to any "for each X, run sub-pipeline" workflow.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5294376"/>
            <a:ext cx="5742432" cy="1207008"/>
          </a:xfrm>
          <a:prstGeom prst="roundRect">
            <a:avLst>
              <a:gd name="adj" fmla="val 7576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5385816"/>
            <a:ext cx="402336" cy="4023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53858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367528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is the orchestrator's job.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" y="5751576"/>
            <a:ext cx="55595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already_used_countries is maintained by the orchestrator and passed to weather-fetcher each iteration — not the agent's concern.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99632" y="1234440"/>
            <a:ext cx="5742432" cy="1207008"/>
          </a:xfrm>
          <a:prstGeom prst="roundRect">
            <a:avLst>
              <a:gd name="adj" fmla="val 7576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91072" y="1325880"/>
            <a:ext cx="402336" cy="4023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13258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1307592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truth, two execution paths.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91072" y="1691640"/>
            <a:ext cx="55595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.claude/agents/*.md files drive Claude Code and the standalone TypeScript orchestrator — no duplication.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99632" y="2587752"/>
            <a:ext cx="5742432" cy="1207008"/>
          </a:xfrm>
          <a:prstGeom prst="roundRect">
            <a:avLst>
              <a:gd name="adj" fmla="val 7576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91072" y="2679192"/>
            <a:ext cx="402336" cy="4023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2679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0" y="2660904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.md files are self-contained.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91072" y="3044952"/>
            <a:ext cx="55595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frontmatter = tool whitelist. File body = system prompt. One edit changes behaviour on both paths everywhere.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99632" y="3941064"/>
            <a:ext cx="5742432" cy="1207008"/>
          </a:xfrm>
          <a:prstGeom prst="roundRect">
            <a:avLst>
              <a:gd name="adj" fmla="val 7576"/>
            </a:avLst>
          </a:prstGeom>
          <a:solidFill>
            <a:srgbClr val="EFF8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1072" y="4032504"/>
            <a:ext cx="402336" cy="4023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40325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66560" y="4014216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repetition.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91072" y="4398264"/>
            <a:ext cx="55595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/reset clears output/ in seconds. Source code is never touched. Ready for the next audience immediately.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6565392"/>
            <a:ext cx="12192000" cy="36576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6601968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PetalPress — Multi-Agent Webpage Builder  ·  github.com/ianyian/myAgentTeam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2000" cy="2560320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Comments? Try the demo?</a:t>
            </a:r>
            <a:endParaRPr lang="en-US" sz="22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457200" y="4572000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github.com/ianyian/myAgentTeam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0" y="512064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/build-page  A short page about &lt;your topic&gt;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92000" cy="36576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6601968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PetalPress — Multi-Agent Webpage Builder  ·  github.com/ianyian/myAgentTeam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2026-04-30T08:33:04Z</dcterms:created>
  <dcterms:modified xsi:type="dcterms:W3CDTF">2026-04-30T08:33:04Z</dcterms:modified>
</cp:coreProperties>
</file>